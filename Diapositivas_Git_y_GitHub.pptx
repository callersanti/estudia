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D734C0-B2F6-4758-AE4E-68DEC91F9748}" v="2" dt="2026-02-14T00:15:26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6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Calle" userId="27f77088bbe96eb8" providerId="LiveId" clId="{9E9B0B15-E364-4977-9808-CE862B4F6793}"/>
    <pc:docChg chg="undo custSel addSld modSld sldOrd">
      <pc:chgData name="Santiago Calle" userId="27f77088bbe96eb8" providerId="LiveId" clId="{9E9B0B15-E364-4977-9808-CE862B4F6793}" dt="2026-02-14T00:22:29.553" v="216" actId="255"/>
      <pc:docMkLst>
        <pc:docMk/>
      </pc:docMkLst>
      <pc:sldChg chg="modSp mod">
        <pc:chgData name="Santiago Calle" userId="27f77088bbe96eb8" providerId="LiveId" clId="{9E9B0B15-E364-4977-9808-CE862B4F6793}" dt="2026-02-14T00:21:57.459" v="213" actId="20577"/>
        <pc:sldMkLst>
          <pc:docMk/>
          <pc:sldMk cId="0" sldId="256"/>
        </pc:sldMkLst>
        <pc:spChg chg="mod">
          <ac:chgData name="Santiago Calle" userId="27f77088bbe96eb8" providerId="LiveId" clId="{9E9B0B15-E364-4977-9808-CE862B4F6793}" dt="2026-02-14T00:21:57.459" v="213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antiago Calle" userId="27f77088bbe96eb8" providerId="LiveId" clId="{9E9B0B15-E364-4977-9808-CE862B4F6793}" dt="2026-02-13T23:49:45.310" v="10" actId="1076"/>
        <pc:sldMkLst>
          <pc:docMk/>
          <pc:sldMk cId="0" sldId="257"/>
        </pc:sldMkLst>
        <pc:spChg chg="mod">
          <ac:chgData name="Santiago Calle" userId="27f77088bbe96eb8" providerId="LiveId" clId="{9E9B0B15-E364-4977-9808-CE862B4F6793}" dt="2026-02-13T23:49:11.272" v="2" actId="113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ntiago Calle" userId="27f77088bbe96eb8" providerId="LiveId" clId="{9E9B0B15-E364-4977-9808-CE862B4F6793}" dt="2026-02-13T23:49:45.310" v="10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new mod ord">
        <pc:chgData name="Santiago Calle" userId="27f77088bbe96eb8" providerId="LiveId" clId="{9E9B0B15-E364-4977-9808-CE862B4F6793}" dt="2026-02-14T00:22:29.553" v="216" actId="255"/>
        <pc:sldMkLst>
          <pc:docMk/>
          <pc:sldMk cId="1278053691" sldId="258"/>
        </pc:sldMkLst>
        <pc:spChg chg="mod">
          <ac:chgData name="Santiago Calle" userId="27f77088bbe96eb8" providerId="LiveId" clId="{9E9B0B15-E364-4977-9808-CE862B4F6793}" dt="2026-02-14T00:22:24.816" v="215" actId="2711"/>
          <ac:spMkLst>
            <pc:docMk/>
            <pc:sldMk cId="1278053691" sldId="258"/>
            <ac:spMk id="2" creationId="{D18005EE-7D64-9E8F-6028-E7A3887AC119}"/>
          </ac:spMkLst>
        </pc:spChg>
        <pc:spChg chg="mod">
          <ac:chgData name="Santiago Calle" userId="27f77088bbe96eb8" providerId="LiveId" clId="{9E9B0B15-E364-4977-9808-CE862B4F6793}" dt="2026-02-14T00:22:29.553" v="216" actId="255"/>
          <ac:spMkLst>
            <pc:docMk/>
            <pc:sldMk cId="1278053691" sldId="258"/>
            <ac:spMk id="3" creationId="{1711A56E-0805-7D5F-2294-D79C22E0393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005EE-7D64-9E8F-6028-E7A3887AC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1102"/>
            <a:ext cx="8229600" cy="1143000"/>
          </a:xfrm>
        </p:spPr>
        <p:txBody>
          <a:bodyPr/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Taller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1A56E-0805-7D5F-2294-D79C22E03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856" y="3429000"/>
            <a:ext cx="8229600" cy="141122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By: 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Santiago Calle – CC 1025643460</a:t>
            </a:r>
          </a:p>
          <a:p>
            <a:pPr marL="0" indent="0" algn="ctr">
              <a:buNone/>
            </a:pPr>
            <a:r>
              <a:rPr lang="en-US" sz="2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Febrero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13 - 2026</a:t>
            </a:r>
          </a:p>
        </p:txBody>
      </p:sp>
    </p:spTree>
    <p:extLst>
      <p:ext uri="{BB962C8B-B14F-4D97-AF65-F5344CB8AC3E}">
        <p14:creationId xmlns:p14="http://schemas.microsoft.com/office/powerpoint/2010/main" val="1278053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53572"/>
            <a:ext cx="2915425" cy="44611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Roboto" panose="020F0502020204030204" pitchFamily="2" charset="0"/>
                <a:ea typeface="Roboto" panose="020F0502020204030204" pitchFamily="2" charset="0"/>
                <a:cs typeface="Roboto" panose="020F0502020204030204" pitchFamily="2" charset="0"/>
              </a:rPr>
              <a:t>¿</a:t>
            </a:r>
            <a:r>
              <a:rPr lang="en-US" b="1" dirty="0" err="1">
                <a:solidFill>
                  <a:srgbClr val="FFFFFF"/>
                </a:solidFill>
                <a:latin typeface="Roboto" panose="020F0502020204030204" pitchFamily="2" charset="0"/>
                <a:ea typeface="Roboto" panose="020F0502020204030204" pitchFamily="2" charset="0"/>
                <a:cs typeface="Roboto" panose="020F0502020204030204" pitchFamily="2" charset="0"/>
              </a:rPr>
              <a:t>Qué</a:t>
            </a:r>
            <a:r>
              <a:rPr lang="en-US" b="1" dirty="0">
                <a:solidFill>
                  <a:srgbClr val="FFFFFF"/>
                </a:solidFill>
                <a:latin typeface="Roboto" panose="020F0502020204030204" pitchFamily="2" charset="0"/>
                <a:ea typeface="Roboto" panose="020F0502020204030204" pitchFamily="2" charset="0"/>
                <a:cs typeface="Roboto" panose="020F0502020204030204" pitchFamily="2" charset="0"/>
              </a:rPr>
              <a:t> es GIT?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7494" y="319088"/>
            <a:ext cx="5179868" cy="6045135"/>
          </a:xfrm>
        </p:spPr>
        <p:txBody>
          <a:bodyPr anchor="ctr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s-E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 es un sistema de control de versiones. Permite guardar cambios en archivos, colaborar con otros y regresar a versiones anteriores si es necesario.</a:t>
            </a:r>
          </a:p>
          <a:p>
            <a:pPr algn="just">
              <a:lnSpc>
                <a:spcPct val="90000"/>
              </a:lnSpc>
            </a:pPr>
            <a:endParaRPr lang="es-E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ct val="90000"/>
              </a:lnSpc>
            </a:pPr>
            <a:r>
              <a:rPr lang="es-E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Ejemplo de la vida real: </a:t>
            </a:r>
            <a:r>
              <a:rPr lang="es-E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Recetario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      Una receta original de la abuela está escrita en una libreta.</a:t>
            </a:r>
          </a:p>
          <a:p>
            <a:pPr algn="just">
              <a:lnSpc>
                <a:spcPct val="90000"/>
              </a:lnSpc>
              <a:buFontTx/>
              <a:buChar char="-"/>
            </a:pPr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 día agregas un ingrediente nuevo.</a:t>
            </a:r>
          </a:p>
          <a:p>
            <a:pPr algn="just">
              <a:lnSpc>
                <a:spcPct val="90000"/>
              </a:lnSpc>
              <a:buFontTx/>
              <a:buChar char="-"/>
            </a:pPr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 lugar de borrar la receta anterior, haces una copia y guardas la nueva versión.</a:t>
            </a:r>
          </a:p>
          <a:p>
            <a:pPr algn="just">
              <a:lnSpc>
                <a:spcPct val="90000"/>
              </a:lnSpc>
              <a:buFontTx/>
              <a:buChar char="-"/>
            </a:pPr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Tu hermana hace su propia versión con otro cambio.</a:t>
            </a:r>
          </a:p>
          <a:p>
            <a:pPr algn="just">
              <a:lnSpc>
                <a:spcPct val="90000"/>
              </a:lnSpc>
              <a:buFontTx/>
              <a:buChar char="-"/>
            </a:pPr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 la nueva receta no queda tan rica, pueden volver a la versión original.</a:t>
            </a:r>
          </a:p>
          <a:p>
            <a:pPr algn="just">
              <a:lnSpc>
                <a:spcPct val="90000"/>
              </a:lnSpc>
            </a:pPr>
            <a:endParaRPr lang="es-E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ct val="90000"/>
              </a:lnSpc>
            </a:pPr>
            <a:r>
              <a:rPr lang="es-E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Breve historia: </a:t>
            </a:r>
            <a:r>
              <a:rPr lang="es-E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Fue creado en 2005 por Linus Torvalds. Nació para gestionar el desarrollo del sistema operativo Linux. Es rápido, distribuido y muy usado en el mundo.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" y="1153572"/>
            <a:ext cx="2913139" cy="44611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¿</a:t>
            </a:r>
            <a:r>
              <a:rPr lang="en-US" b="1" dirty="0" err="1">
                <a:solidFill>
                  <a:srgbClr val="FFFFFF"/>
                </a:solidFill>
              </a:rPr>
              <a:t>Qué</a:t>
            </a:r>
            <a:r>
              <a:rPr lang="en-US" b="1" dirty="0">
                <a:solidFill>
                  <a:srgbClr val="FFFFFF"/>
                </a:solidFill>
              </a:rPr>
              <a:t> es GitHub?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6823" y="591343"/>
            <a:ext cx="5061267" cy="5585619"/>
          </a:xfrm>
        </p:spPr>
        <p:txBody>
          <a:bodyPr anchor="ctr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s-E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GitHub es una plataforma en la nube que usa Git. Permite almacenar repositorios y colaborar con otras personas.</a:t>
            </a:r>
          </a:p>
          <a:p>
            <a:pPr algn="just">
              <a:lnSpc>
                <a:spcPct val="90000"/>
              </a:lnSpc>
            </a:pPr>
            <a:endParaRPr lang="es-E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ct val="90000"/>
              </a:lnSpc>
            </a:pPr>
            <a:r>
              <a:rPr lang="es-E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Verdadero: </a:t>
            </a:r>
            <a:r>
              <a:rPr lang="es-E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GitHub depende de Git. Porque GitHub funciona usando la tecnología de Git.</a:t>
            </a:r>
          </a:p>
          <a:p>
            <a:pPr algn="just">
              <a:lnSpc>
                <a:spcPct val="90000"/>
              </a:lnSpc>
            </a:pPr>
            <a:endParaRPr lang="es-E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ct val="90000"/>
              </a:lnSpc>
            </a:pPr>
            <a:r>
              <a:rPr lang="es-E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Falso: </a:t>
            </a:r>
            <a:r>
              <a:rPr lang="es-E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 funciona localmente en tu computadora.</a:t>
            </a:r>
          </a:p>
          <a:p>
            <a:pPr algn="just">
              <a:lnSpc>
                <a:spcPct val="90000"/>
              </a:lnSpc>
            </a:pPr>
            <a:endParaRPr lang="es-E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ct val="90000"/>
              </a:lnSpc>
            </a:pPr>
            <a:r>
              <a:rPr lang="es-E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Falso: </a:t>
            </a:r>
            <a:r>
              <a:rPr lang="es-E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 es un sistema </a:t>
            </a:r>
            <a:r>
              <a:rPr lang="es-E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distribuido</a:t>
            </a:r>
            <a:r>
              <a:rPr lang="es-E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lo que significa que cada persona tiene una copia completa del repositorio en su computador y puede usarse sin internet.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226</Words>
  <Application>Microsoft Office PowerPoint</Application>
  <PresentationFormat>On-screen Show (4:3)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Taller 3</vt:lpstr>
      <vt:lpstr>¿Qué es GIT?</vt:lpstr>
      <vt:lpstr>¿Qué es GitHub?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Santiago Calle</cp:lastModifiedBy>
  <cp:revision>2</cp:revision>
  <dcterms:created xsi:type="dcterms:W3CDTF">2013-01-27T09:14:16Z</dcterms:created>
  <dcterms:modified xsi:type="dcterms:W3CDTF">2026-02-14T00:22:30Z</dcterms:modified>
  <cp:category/>
</cp:coreProperties>
</file>